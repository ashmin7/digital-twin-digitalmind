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ACC79-F7C0-05EA-2293-CFF094258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A87DA-D7CD-BD5A-E691-3274FAA83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15E43-9221-85B0-6900-0E38A275B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819BE-5D72-6151-B82A-E08D041B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1939B-BE46-25E9-8E55-74BEE441F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745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C619-3072-8FB1-6236-B22A1ED2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63316-B21A-188A-91B4-EFB5E7C9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13217-4DF8-5375-6F1F-630286B7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B003A-D9DD-352F-6AAA-957D2BDD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94A14-F417-FCA5-92C1-04555646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6732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4925-32EC-0B9C-8D4D-F7DA9E7B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1813D-4729-53A1-CBC4-5017713DF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54BA-CCC3-84A8-B5C5-EE53231A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86290-58B3-3C1D-EE00-4A4E5336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33797-01D1-5E52-3CA8-9372A1A9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58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270D-926B-4C69-AEC3-8F959B49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69813-6950-007A-AC6B-9B1B52BFE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99296-04C8-BB36-9AA5-12182F446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0F673-9BEA-DD52-20B8-3A645A75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459A1-46EA-F2DB-446B-A40EA68D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F8721-0D1D-A18D-8BC8-A4215CDC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36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F91A-F8E7-E608-CA08-98A12F9B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9DB47-F52C-9695-B220-B01E64471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D6B6C-A729-4EF6-9321-9D9FF8E8A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C3A56-B6D0-4DF5-887F-A737C9770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3890B-31F7-677B-50F0-B5EC5FF2B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4AF0D6-1AA2-EB4D-78A0-FBBB191F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9D8BA-18B7-802B-7151-C0B1EC38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4E6F4-61D7-387D-E5FD-9A2BA9C5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786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FA03-D08F-5EC1-004E-FB1D7ABB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CD75A-E4AD-23DE-4704-1E317A13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E28BC-DDC4-EBDD-2358-2BCCDAA54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304E6-9AF6-6543-1BAE-2AA84F2D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18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FB3A2-CE15-D22D-C6C8-87E408CF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51DBA6-3B71-271B-DCBC-F6B10849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2A165-7B9E-507C-09C6-8A726FA62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2162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B72A4-3DF4-EAFC-E436-49B21929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3BFB2-3C6D-1C31-866F-8B1CB5C2D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9D4C9-19A0-1CF8-217E-03CEB3204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BB250-29E5-EADA-60FD-9EA8846A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D8948-C32C-667F-DD14-DA839F28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0E25C-A699-3466-4FBA-A59B5BD5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05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7ADF-075D-C0D7-F072-19CC05C5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3F96F-7580-6FFF-3F81-E66516C98B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932A1-78AD-B5C9-498D-67A708031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A31CC-7653-9608-03A7-1A8A3DAB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A3C85-A8DD-B552-01F2-A15C4BE3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DD046-C5AE-C5F1-7F12-CB4C797C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85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9FE4-66A3-8800-CD7E-0637E059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63E62-890E-2F7C-83D7-8ACE35437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14D14-C542-58A2-A1DA-E6BAFE951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2F31D-F29C-002A-B969-0CC6335E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27407-EAA0-0575-62F7-CE43DEF0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541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4097B-032B-FFFB-C64F-71A63E47A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5AC77-D128-56A1-EB7E-8829BAB5C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A701C-5D13-DA7D-E0B6-FFED7E75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7B9A-3D44-3712-E05C-E2E0DADBD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A66A9-6BB0-762C-BE6C-28C3F6E57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73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9B75C-F6CE-E17A-75DF-AD98C99F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E3A20-CE4E-160B-342F-A84ED05FF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8E90-38B8-3A9F-537E-35AF0CF88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4FC8B6-742C-4783-B2D1-6A22B806B949}" type="datetimeFigureOut">
              <a:rPr lang="en-AU" smtClean="0"/>
              <a:t>18/02/2026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BA427-66E0-1B20-B1F7-3D6A1239D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2789-0792-E376-ACB9-3C1D85B43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6BC4A-7281-4FBD-80F9-30F92DD1D8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5382-1CD3-DF27-4D03-ACA92549E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6FADD-947D-D061-9E9D-7D0108480E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99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B3954E6E44CA6C715D3AAD798D1" ma:contentTypeVersion="9" ma:contentTypeDescription="Create a new document." ma:contentTypeScope="" ma:versionID="2ab07afade6512020602b6e25ca8b2fe">
  <xsd:schema xmlns:xsd="http://www.w3.org/2001/XMLSchema" xmlns:xs="http://www.w3.org/2001/XMLSchema" xmlns:p="http://schemas.microsoft.com/office/2006/metadata/properties" xmlns:ns3="0f9d3ded-eded-4b5a-85c4-dc5d81408b39" targetNamespace="http://schemas.microsoft.com/office/2006/metadata/properties" ma:root="true" ma:fieldsID="a3edd401752217d894428b75badc81a5" ns3:_="">
    <xsd:import namespace="0f9d3ded-eded-4b5a-85c4-dc5d81408b3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9d3ded-eded-4b5a-85c4-dc5d81408b3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9d3ded-eded-4b5a-85c4-dc5d81408b39" xsi:nil="true"/>
  </documentManagement>
</p:properties>
</file>

<file path=customXml/itemProps1.xml><?xml version="1.0" encoding="utf-8"?>
<ds:datastoreItem xmlns:ds="http://schemas.openxmlformats.org/officeDocument/2006/customXml" ds:itemID="{48851FB2-9E59-4A34-AA68-9A9F73E485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9d3ded-eded-4b5a-85c4-dc5d81408b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7A288D-16E5-485C-BC77-9DA581172B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89D1A3-4B88-4A19-BD40-5B9C37BE4ED7}">
  <ds:schemaRefs>
    <ds:schemaRef ds:uri="http://www.w3.org/XML/1998/namespace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0f9d3ded-eded-4b5a-85c4-dc5d81408b39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Kamanja RURIRA (TIIS2400568)</dc:creator>
  <cp:lastModifiedBy>Victor Kamanja RURIRA (TIIS2400568)</cp:lastModifiedBy>
  <cp:revision>1</cp:revision>
  <dcterms:created xsi:type="dcterms:W3CDTF">2026-02-18T11:26:39Z</dcterms:created>
  <dcterms:modified xsi:type="dcterms:W3CDTF">2026-02-18T11:30:07Z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0x0101008904CB3954E6E44CA6C715D3AAD798D1</vt:lpwstr>
  </property>
</Properties>
</file>